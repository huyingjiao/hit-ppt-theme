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6"/>
  </p:notesMasterIdLst>
  <p:handoutMasterIdLst>
    <p:handoutMasterId r:id="rId7"/>
  </p:handoutMasterIdLst>
  <p:sldIdLst>
    <p:sldId id="256" r:id="rId2"/>
    <p:sldId id="258" r:id="rId3"/>
    <p:sldId id="260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A45E"/>
    <a:srgbClr val="B7BABD"/>
    <a:srgbClr val="0A4D8C"/>
    <a:srgbClr val="00639D"/>
    <a:srgbClr val="009DE0"/>
    <a:srgbClr val="005375"/>
    <a:srgbClr val="00496A"/>
    <a:srgbClr val="144189"/>
    <a:srgbClr val="FEFDFF"/>
    <a:srgbClr val="1D50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5"/>
    <p:restoredTop sz="86323"/>
  </p:normalViewPr>
  <p:slideViewPr>
    <p:cSldViewPr snapToGrid="0" snapToObjects="1">
      <p:cViewPr>
        <p:scale>
          <a:sx n="127" d="100"/>
          <a:sy n="127" d="100"/>
        </p:scale>
        <p:origin x="640" y="256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6" d="100"/>
          <a:sy n="86" d="100"/>
        </p:scale>
        <p:origin x="386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6E8DA6A-59C8-4488-89D5-1D018E8D91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E1153D-0CCF-42B0-87AA-96AD469B3D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734E4-F607-4B81-939F-31C558CEDDFD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E422A9E-18BA-452E-96B8-A9740F194C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36C13F-A2A8-4FF2-B7F5-BAB56F99B3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99BF5-F4ED-4F5A-B1D8-F9D1FEEA8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702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02FB89-F71E-40A4-B39E-BD7950A02927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E2CD0-510E-442C-ADC0-DE246CB3A6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80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E2CD0-510E-442C-ADC0-DE246CB3A6E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728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506000"/>
            <a:ext cx="12192000" cy="2561008"/>
          </a:xfrm>
          <a:prstGeom prst="rect">
            <a:avLst/>
          </a:prstGeom>
          <a:solidFill>
            <a:srgbClr val="00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9200" y="1724941"/>
            <a:ext cx="10993549" cy="2123126"/>
          </a:xfrm>
          <a:prstGeom prst="rect">
            <a:avLst/>
          </a:prstGeom>
          <a:effectLst/>
        </p:spPr>
        <p:txBody>
          <a:bodyPr anchor="ctr">
            <a:normAutofit/>
          </a:bodyPr>
          <a:lstStyle>
            <a:lvl1pPr algn="ctr">
              <a:defRPr lang="en-US" altLang="en-US" sz="36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rgbClr val="00496A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C0F460-E4A2-E9E4-1988-B5F30E4DE6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266" y="268245"/>
            <a:ext cx="4110045" cy="101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1778000"/>
            <a:ext cx="11029615" cy="408080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5375"/>
                </a:solidFill>
              </a:defRPr>
            </a:lvl1pPr>
          </a:lstStyle>
          <a:p>
            <a:fld id="{65F6AECC-48B7-4798-B229-11C3053B2762}" type="datetime1">
              <a:rPr kumimoji="1" lang="zh-CN" altLang="en-US" smtClean="0"/>
              <a:pPr/>
              <a:t>2025/4/28</a:t>
            </a:fld>
            <a:endParaRPr kumimoji="1"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D466B2-7417-6A44-93CE-B6AD2C9C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712CA51D-FD70-C947-AA2A-7D31051F37F6}"/>
              </a:ext>
            </a:extLst>
          </p:cNvPr>
          <p:cNvSpPr>
            <a:spLocks noChangeAspect="1"/>
          </p:cNvSpPr>
          <p:nvPr userDrawn="1"/>
        </p:nvSpPr>
        <p:spPr>
          <a:xfrm>
            <a:off x="2" y="0"/>
            <a:ext cx="3488007" cy="6858000"/>
          </a:xfrm>
          <a:prstGeom prst="rect">
            <a:avLst/>
          </a:prstGeom>
          <a:solidFill>
            <a:srgbClr val="00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05C3A77-996F-D547-A946-FD706C8E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91" y="1964075"/>
            <a:ext cx="2991424" cy="29298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EA75F0-3C7C-6E4E-BC95-17186F799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4290" y="1137357"/>
            <a:ext cx="6066519" cy="4583289"/>
          </a:xfrm>
        </p:spPr>
        <p:txBody>
          <a:bodyPr anchor="ctr">
            <a:normAutofit/>
          </a:bodyPr>
          <a:lstStyle>
            <a:lvl1pPr algn="l">
              <a:defRPr sz="3200">
                <a:solidFill>
                  <a:srgbClr val="00496A"/>
                </a:solidFill>
              </a:defRPr>
            </a:lvl1pPr>
            <a:lvl2pPr algn="l">
              <a:defRPr sz="2800">
                <a:solidFill>
                  <a:srgbClr val="00496A"/>
                </a:solidFill>
              </a:defRPr>
            </a:lvl2pPr>
            <a:lvl3pPr algn="l">
              <a:defRPr sz="2400">
                <a:solidFill>
                  <a:srgbClr val="00496A"/>
                </a:solidFill>
              </a:defRPr>
            </a:lvl3pPr>
            <a:lvl4pPr algn="l">
              <a:defRPr sz="2000">
                <a:solidFill>
                  <a:srgbClr val="00496A"/>
                </a:solidFill>
              </a:defRPr>
            </a:lvl4pPr>
            <a:lvl5pPr algn="l">
              <a:defRPr sz="2000">
                <a:solidFill>
                  <a:srgbClr val="00496A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61D1593-52DC-4284-9CC3-DF71365A97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2149"/>
          <a:stretch/>
        </p:blipFill>
        <p:spPr>
          <a:xfrm>
            <a:off x="128470" y="0"/>
            <a:ext cx="1209675" cy="1295400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F259D7DF-1164-4989-B7F3-DBEC01534007}"/>
              </a:ext>
            </a:extLst>
          </p:cNvPr>
          <p:cNvSpPr txBox="1">
            <a:spLocks/>
          </p:cNvSpPr>
          <p:nvPr userDrawn="1"/>
        </p:nvSpPr>
        <p:spPr>
          <a:xfrm>
            <a:off x="8918413" y="6394212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0" kern="1200">
                <a:solidFill>
                  <a:srgbClr val="144189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33ACC35-2897-48A2-B816-3D673ED1A050}" type="datetime1">
              <a:rPr kumimoji="1" lang="zh-CN" altLang="en-US" smtClean="0">
                <a:solidFill>
                  <a:srgbClr val="005375"/>
                </a:solidFill>
              </a:rPr>
              <a:pPr/>
              <a:t>2025/4/28</a:t>
            </a:fld>
            <a:endParaRPr kumimoji="1" lang="zh-CN" altLang="en-US" dirty="0">
              <a:solidFill>
                <a:srgbClr val="00537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rgbClr val="00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3043912"/>
            <a:ext cx="11029615" cy="149750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rgbClr val="00496A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rgbClr val="00496A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7A7AFD3-D4FE-412E-89C6-A3B457CE25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2149"/>
          <a:stretch/>
        </p:blipFill>
        <p:spPr>
          <a:xfrm>
            <a:off x="11047215" y="5178549"/>
            <a:ext cx="1077931" cy="1154320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33FE32-3141-42B0-910C-BC68FD6CDA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66013" y="642437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rgbClr val="005375"/>
                </a:solidFill>
              </a:defRPr>
            </a:lvl1pPr>
          </a:lstStyle>
          <a:p>
            <a:fld id="{833ACC35-2897-48A2-B816-3D673ED1A050}" type="datetime1">
              <a:rPr kumimoji="1" lang="zh-CN" altLang="en-US" smtClean="0"/>
              <a:pPr/>
              <a:t>2025/4/28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1728316"/>
            <a:ext cx="5422391" cy="4421275"/>
          </a:xfrm>
        </p:spPr>
        <p:txBody>
          <a:bodyPr>
            <a:normAutofit/>
          </a:bodyPr>
          <a:lstStyle>
            <a:lvl1pPr>
              <a:buClr>
                <a:srgbClr val="005375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5375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5375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5375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5375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1748414"/>
            <a:ext cx="5422392" cy="4401178"/>
          </a:xfrm>
        </p:spPr>
        <p:txBody>
          <a:bodyPr>
            <a:normAutofit/>
          </a:bodyPr>
          <a:lstStyle>
            <a:lvl1pPr>
              <a:buClr>
                <a:srgbClr val="00496A"/>
              </a:buClr>
              <a:defRPr/>
            </a:lvl1pPr>
            <a:lvl2pPr>
              <a:buClr>
                <a:srgbClr val="00496A"/>
              </a:buClr>
              <a:defRPr/>
            </a:lvl2pPr>
            <a:lvl3pPr>
              <a:buClr>
                <a:srgbClr val="00496A"/>
              </a:buClr>
              <a:defRPr/>
            </a:lvl3pPr>
            <a:lvl4pPr>
              <a:buClr>
                <a:srgbClr val="00496A"/>
              </a:buClr>
              <a:defRPr/>
            </a:lvl4pPr>
            <a:lvl5pPr>
              <a:buClr>
                <a:srgbClr val="00496A"/>
              </a:buClr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CC7433-93B8-4EA6-820A-A7D3A699AD7D}" type="datetime1">
              <a:rPr kumimoji="1" lang="zh-CN" altLang="en-US" smtClean="0"/>
              <a:pPr/>
              <a:t>2025/4/28</a:t>
            </a:fld>
            <a:endParaRPr kumimoji="1"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943B4F-7DD9-1B4F-B557-A91CFB8F7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1478496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00496A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390048"/>
            <a:ext cx="5393100" cy="3471005"/>
          </a:xfrm>
        </p:spPr>
        <p:txBody>
          <a:bodyPr anchor="t">
            <a:normAutofit/>
          </a:bodyPr>
          <a:lstStyle>
            <a:lvl1pPr>
              <a:buClr>
                <a:srgbClr val="00496A"/>
              </a:buClr>
              <a:defRPr/>
            </a:lvl1pPr>
            <a:lvl2pPr>
              <a:buClr>
                <a:srgbClr val="00496A"/>
              </a:buClr>
              <a:defRPr/>
            </a:lvl2pPr>
            <a:lvl3pPr>
              <a:buClr>
                <a:srgbClr val="00496A"/>
              </a:buClr>
              <a:defRPr/>
            </a:lvl3pPr>
            <a:lvl4pPr>
              <a:buClr>
                <a:srgbClr val="00496A"/>
              </a:buClr>
              <a:defRPr/>
            </a:lvl4pPr>
            <a:lvl5pPr>
              <a:buClr>
                <a:srgbClr val="00496A"/>
              </a:buClr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1533365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00496A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407416"/>
            <a:ext cx="5393100" cy="3453637"/>
          </a:xfrm>
        </p:spPr>
        <p:txBody>
          <a:bodyPr anchor="t">
            <a:normAutofit/>
          </a:bodyPr>
          <a:lstStyle>
            <a:lvl1pPr>
              <a:buClr>
                <a:srgbClr val="00496A"/>
              </a:buClr>
              <a:defRPr/>
            </a:lvl1pPr>
            <a:lvl2pPr>
              <a:buClr>
                <a:srgbClr val="00496A"/>
              </a:buClr>
              <a:defRPr/>
            </a:lvl2pPr>
            <a:lvl3pPr>
              <a:buClr>
                <a:srgbClr val="00496A"/>
              </a:buClr>
              <a:defRPr/>
            </a:lvl3pPr>
            <a:lvl4pPr>
              <a:buClr>
                <a:srgbClr val="00496A"/>
              </a:buClr>
              <a:defRPr/>
            </a:lvl4pPr>
            <a:lvl5pPr>
              <a:buClr>
                <a:srgbClr val="00496A"/>
              </a:buClr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914260" y="5989413"/>
            <a:ext cx="2844799" cy="365125"/>
          </a:xfrm>
        </p:spPr>
        <p:txBody>
          <a:bodyPr/>
          <a:lstStyle>
            <a:lvl1pPr>
              <a:defRPr/>
            </a:lvl1pPr>
          </a:lstStyle>
          <a:p>
            <a:fld id="{4263E9E7-01E3-40F7-BF08-01A3E30CC9AE}" type="datetime1">
              <a:rPr kumimoji="1" lang="zh-CN" altLang="en-US" smtClean="0"/>
              <a:pPr/>
              <a:t>2025/4/28</a:t>
            </a:fld>
            <a:endParaRPr kumimoji="1"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B22468-F02A-F448-8B18-5B7757B69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766013" y="6080741"/>
            <a:ext cx="2844799" cy="365125"/>
          </a:xfrm>
        </p:spPr>
        <p:txBody>
          <a:bodyPr/>
          <a:lstStyle>
            <a:lvl1pPr>
              <a:defRPr>
                <a:solidFill>
                  <a:srgbClr val="005375"/>
                </a:solidFill>
              </a:defRPr>
            </a:lvl1pPr>
          </a:lstStyle>
          <a:p>
            <a:fld id="{8422F1CC-D434-4402-B64E-18D3CDA6A40B}" type="datetime1">
              <a:rPr kumimoji="1" lang="zh-CN" altLang="en-US" smtClean="0"/>
              <a:pPr/>
              <a:t>2025/4/28</a:t>
            </a:fld>
            <a:endParaRPr kumimoji="1"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B770DA6-1AF1-C940-AA73-A65453BE0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5375"/>
                </a:solidFill>
              </a:defRPr>
            </a:lvl1pPr>
          </a:lstStyle>
          <a:p>
            <a:fld id="{0BE404E9-94BE-4DDE-88FC-C885A826DCA1}" type="datetime1">
              <a:rPr kumimoji="1" lang="zh-CN" altLang="en-US" smtClean="0"/>
              <a:pPr/>
              <a:t>2025/4/28</a:t>
            </a:fld>
            <a:endParaRPr kumimoji="1" lang="zh-CN" alt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1DAF1E9-59CF-2D42-8740-6D200FC4192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rgbClr val="00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001B2277-AA70-E141-BC48-4D053E71C76E}"/>
              </a:ext>
            </a:extLst>
          </p:cNvPr>
          <p:cNvSpPr>
            <a:spLocks noChangeAspect="1"/>
          </p:cNvSpPr>
          <p:nvPr userDrawn="1"/>
        </p:nvSpPr>
        <p:spPr>
          <a:xfrm>
            <a:off x="23645" y="5175829"/>
            <a:ext cx="12192000" cy="1258827"/>
          </a:xfrm>
          <a:prstGeom prst="rect">
            <a:avLst/>
          </a:prstGeom>
          <a:solidFill>
            <a:srgbClr val="00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0" cap="none" baseline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rgbClr val="005375"/>
                </a:solidFill>
              </a:defRPr>
            </a:lvl1pPr>
            <a:lvl2pPr>
              <a:defRPr sz="1800">
                <a:solidFill>
                  <a:srgbClr val="005375"/>
                </a:solidFill>
              </a:defRPr>
            </a:lvl2pPr>
            <a:lvl3pPr>
              <a:defRPr sz="1600">
                <a:solidFill>
                  <a:srgbClr val="005375"/>
                </a:solidFill>
              </a:defRPr>
            </a:lvl3pPr>
            <a:lvl4pPr>
              <a:defRPr sz="1400">
                <a:solidFill>
                  <a:srgbClr val="005375"/>
                </a:solidFill>
              </a:defRPr>
            </a:lvl4pPr>
            <a:lvl5pPr>
              <a:defRPr sz="1400">
                <a:solidFill>
                  <a:srgbClr val="005375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5" y="5262298"/>
            <a:ext cx="4709928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61171" y="5993745"/>
            <a:ext cx="2844799" cy="365125"/>
          </a:xfrm>
        </p:spPr>
        <p:txBody>
          <a:bodyPr/>
          <a:lstStyle>
            <a:lvl1pPr>
              <a:defRPr>
                <a:solidFill>
                  <a:srgbClr val="FEFDFF"/>
                </a:solidFill>
              </a:defRPr>
            </a:lvl1pPr>
          </a:lstStyle>
          <a:p>
            <a:fld id="{E1172602-C551-4FAF-9908-BB418EC3018E}" type="datetime1">
              <a:rPr kumimoji="1" lang="zh-CN" altLang="en-US" smtClean="0"/>
              <a:pPr/>
              <a:t>2025/4/28</a:t>
            </a:fld>
            <a:endParaRPr kumimoji="1"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6083BAE-52C1-493C-B4ED-FCAF46DDD8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2149"/>
          <a:stretch/>
        </p:blipFill>
        <p:spPr>
          <a:xfrm>
            <a:off x="11005970" y="5175829"/>
            <a:ext cx="120967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 cap="none" baseline="0">
                <a:solidFill>
                  <a:srgbClr val="005375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0570" y="569580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5375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5375"/>
                </a:solidFill>
              </a:defRPr>
            </a:lvl1pPr>
          </a:lstStyle>
          <a:p>
            <a:fld id="{26455F3C-17F7-48A8-A836-7A29AC99E464}" type="datetime1">
              <a:rPr kumimoji="1" lang="zh-CN" altLang="en-US" smtClean="0"/>
              <a:pPr/>
              <a:t>2025/4/28</a:t>
            </a:fld>
            <a:endParaRPr kumimoji="1" lang="zh-CN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52075E8-AF1D-904C-94C1-FC4415AEDE22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rgbClr val="00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buClr>
                <a:srgbClr val="005375"/>
              </a:buClr>
              <a:defRPr>
                <a:solidFill>
                  <a:srgbClr val="005375"/>
                </a:solidFill>
              </a:defRPr>
            </a:lvl1pPr>
            <a:lvl2pPr algn="l">
              <a:buClr>
                <a:srgbClr val="005375"/>
              </a:buClr>
              <a:defRPr>
                <a:solidFill>
                  <a:srgbClr val="005375"/>
                </a:solidFill>
              </a:defRPr>
            </a:lvl2pPr>
            <a:lvl3pPr algn="l">
              <a:buClr>
                <a:srgbClr val="005375"/>
              </a:buClr>
              <a:defRPr>
                <a:solidFill>
                  <a:srgbClr val="005375"/>
                </a:solidFill>
              </a:defRPr>
            </a:lvl3pPr>
            <a:lvl4pPr algn="l">
              <a:buClr>
                <a:srgbClr val="005375"/>
              </a:buClr>
              <a:defRPr>
                <a:solidFill>
                  <a:srgbClr val="005375"/>
                </a:solidFill>
              </a:defRPr>
            </a:lvl4pPr>
            <a:lvl5pPr algn="l">
              <a:buClr>
                <a:srgbClr val="005375"/>
              </a:buClr>
              <a:defRPr>
                <a:solidFill>
                  <a:srgbClr val="005375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5375"/>
                </a:solidFill>
              </a:defRPr>
            </a:lvl1pPr>
          </a:lstStyle>
          <a:p>
            <a:fld id="{5E8A3E36-DC9A-411C-BB15-170B86533758}" type="datetime1">
              <a:rPr kumimoji="1" lang="zh-CN" altLang="en-US" smtClean="0"/>
              <a:pPr/>
              <a:t>2025/4/28</a:t>
            </a:fld>
            <a:endParaRPr kumimoji="1"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3FAC5A-AE07-2149-BE0E-FF68E2AAC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2" y="0"/>
            <a:ext cx="3352798" cy="6858000"/>
          </a:xfrm>
          <a:prstGeom prst="rect">
            <a:avLst/>
          </a:prstGeom>
          <a:solidFill>
            <a:srgbClr val="00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3673" y="675728"/>
            <a:ext cx="2089963" cy="5183073"/>
          </a:xfrm>
          <a:prstGeom prst="rect">
            <a:avLst/>
          </a:prstGeom>
        </p:spPr>
        <p:txBody>
          <a:bodyPr vert="eaVert" anchor="b"/>
          <a:lstStyle>
            <a:lvl1pPr>
              <a:defRPr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5" y="675728"/>
            <a:ext cx="7896279" cy="5183073"/>
          </a:xfrm>
        </p:spPr>
        <p:txBody>
          <a:bodyPr vert="eaVert" anchor="t"/>
          <a:lstStyle>
            <a:lvl1pPr>
              <a:buClr>
                <a:srgbClr val="005375"/>
              </a:buClr>
              <a:defRPr>
                <a:solidFill>
                  <a:srgbClr val="005375"/>
                </a:solidFill>
              </a:defRPr>
            </a:lvl1pPr>
            <a:lvl2pPr>
              <a:buClr>
                <a:srgbClr val="005375"/>
              </a:buClr>
              <a:defRPr>
                <a:solidFill>
                  <a:srgbClr val="005375"/>
                </a:solidFill>
              </a:defRPr>
            </a:lvl2pPr>
            <a:lvl3pPr>
              <a:buClr>
                <a:srgbClr val="005375"/>
              </a:buClr>
              <a:defRPr>
                <a:solidFill>
                  <a:srgbClr val="005375"/>
                </a:solidFill>
              </a:defRPr>
            </a:lvl3pPr>
            <a:lvl4pPr>
              <a:buClr>
                <a:srgbClr val="005375"/>
              </a:buClr>
              <a:defRPr>
                <a:solidFill>
                  <a:srgbClr val="005375"/>
                </a:solidFill>
              </a:defRPr>
            </a:lvl4pPr>
            <a:lvl5pPr>
              <a:buClr>
                <a:srgbClr val="005375"/>
              </a:buClr>
              <a:defRPr>
                <a:solidFill>
                  <a:srgbClr val="005375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4" y="5956139"/>
            <a:ext cx="1328141" cy="365125"/>
          </a:xfrm>
        </p:spPr>
        <p:txBody>
          <a:bodyPr/>
          <a:lstStyle>
            <a:lvl1pPr>
              <a:defRPr>
                <a:solidFill>
                  <a:srgbClr val="FEFDFF"/>
                </a:solidFill>
              </a:defRPr>
            </a:lvl1pPr>
          </a:lstStyle>
          <a:p>
            <a:fld id="{54A66834-2E9C-4484-AF20-EB2FB1F3FBF9}" type="datetime1">
              <a:rPr kumimoji="1" lang="zh-CN" altLang="en-US" smtClean="0"/>
              <a:pPr/>
              <a:t>2025/4/28</a:t>
            </a:fld>
            <a:endParaRPr kumimoji="1"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A4984A5-C0A5-4FD6-A2E2-9FB69A2B9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2149"/>
          <a:stretch/>
        </p:blipFill>
        <p:spPr>
          <a:xfrm>
            <a:off x="11238107" y="0"/>
            <a:ext cx="912065" cy="9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>
            <a:extLst>
              <a:ext uri="{FF2B5EF4-FFF2-40B4-BE49-F238E27FC236}">
                <a16:creationId xmlns:a16="http://schemas.microsoft.com/office/drawing/2014/main" id="{D2BB52D3-7EE7-624D-A686-4D1AE1F2C90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2192000" cy="1189298"/>
          </a:xfrm>
          <a:prstGeom prst="rect">
            <a:avLst/>
          </a:prstGeom>
          <a:solidFill>
            <a:srgbClr val="00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383148"/>
            <a:ext cx="11029620" cy="47525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66013" y="6241812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rgbClr val="00496A"/>
                </a:solidFill>
              </a:defRPr>
            </a:lvl1pPr>
          </a:lstStyle>
          <a:p>
            <a:fld id="{DF28CFF5-CC13-4782-B830-4698C3EF20AE}" type="datetime1">
              <a:rPr kumimoji="1" lang="zh-CN" altLang="en-US" smtClean="0"/>
              <a:pPr/>
              <a:t>2025/4/28</a:t>
            </a:fld>
            <a:endParaRPr kumimoji="1" lang="zh-CN" altLang="en-US" dirty="0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7018390-25F4-D64E-878B-24CA2E1122C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604001"/>
            <a:ext cx="12192000" cy="245997"/>
          </a:xfrm>
          <a:prstGeom prst="rect">
            <a:avLst/>
          </a:prstGeom>
          <a:solidFill>
            <a:srgbClr val="00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377" y="87749"/>
            <a:ext cx="10795605" cy="101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D4934D-CD2F-9C10-7E46-083DB697A1D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t="3574" r="72326"/>
          <a:stretch/>
        </p:blipFill>
        <p:spPr>
          <a:xfrm>
            <a:off x="11050851" y="96879"/>
            <a:ext cx="1019175" cy="105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hf hdr="0"/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rgbClr val="005375"/>
        </a:buClr>
        <a:buSzPct val="100000"/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rgbClr val="005375"/>
        </a:buClr>
        <a:buSzPct val="100000"/>
        <a:buFont typeface="Wingdings" panose="05000000000000000000" pitchFamily="2" charset="2"/>
        <a:buChar char="Ø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rgbClr val="005375"/>
        </a:buClr>
        <a:buSzPct val="100000"/>
        <a:buFont typeface="Wingdings" panose="05000000000000000000" pitchFamily="2" charset="2"/>
        <a:buChar char="Ø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rgbClr val="005375"/>
        </a:buClr>
        <a:buSzPct val="100000"/>
        <a:buFont typeface="Wingdings" panose="05000000000000000000" pitchFamily="2" charset="2"/>
        <a:buChar char="Ø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rgbClr val="005375"/>
        </a:buClr>
        <a:buSzPct val="100000"/>
        <a:buFont typeface="Wingdings" panose="05000000000000000000" pitchFamily="2" charset="2"/>
        <a:buChar char="Ø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A8A-A46B-8D41-8F44-8C17E1B6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5" y="1695241"/>
            <a:ext cx="10993549" cy="2123126"/>
          </a:xfrm>
          <a:noFill/>
        </p:spPr>
        <p:txBody>
          <a:bodyPr/>
          <a:lstStyle/>
          <a:p>
            <a:r>
              <a:rPr lang="zh-CN" altLang="en-US" dirty="0"/>
              <a:t>哈工大简约主题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  <a:br>
              <a:rPr lang="en-US" altLang="zh-CN" dirty="0"/>
            </a:br>
            <a:r>
              <a:rPr lang="zh-CN" altLang="en-US" dirty="0"/>
              <a:t>顶边风格 </a:t>
            </a:r>
            <a:r>
              <a:rPr lang="en-US" altLang="zh-CN" dirty="0"/>
              <a:t>16:9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49AC-161B-B74A-A7A2-0878EABB0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Yingjiao</a:t>
            </a:r>
            <a:r>
              <a:rPr lang="en-US" altLang="zh-CN" dirty="0"/>
              <a:t> Hu</a:t>
            </a:r>
          </a:p>
          <a:p>
            <a:r>
              <a:rPr lang="en-US" altLang="zh-CN" dirty="0"/>
              <a:t>School</a:t>
            </a:r>
          </a:p>
          <a:p>
            <a:fld id="{9BA8E4F3-E6B1-42BC-AFE0-5346C4B990A7}" type="datetime2">
              <a:rPr lang="zh-CN" altLang="en-US" smtClean="0"/>
              <a:t>2025年4月28日 Monday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2271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这里可以写你的目录内容</a:t>
            </a:r>
            <a:endParaRPr kumimoji="1" lang="en-US" altLang="zh-CN" dirty="0"/>
          </a:p>
          <a:p>
            <a:r>
              <a:rPr kumimoji="1" lang="zh-CN" altLang="en-US" dirty="0"/>
              <a:t>一</a:t>
            </a:r>
            <a:endParaRPr kumimoji="1" lang="en-US" altLang="zh-CN" dirty="0"/>
          </a:p>
          <a:p>
            <a:r>
              <a:rPr kumimoji="1" lang="zh-CN" altLang="en-US" dirty="0"/>
              <a:t>二</a:t>
            </a:r>
            <a:endParaRPr kumimoji="1" lang="en-US" altLang="zh-CN" dirty="0"/>
          </a:p>
          <a:p>
            <a:r>
              <a:rPr kumimoji="1" lang="zh-CN" altLang="en-US" dirty="0"/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3592634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0E1DE6-4AA7-1948-9434-A4F235385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这个版本的更新主要是笔者发现哈工大其实用自己的颜色  </a:t>
            </a:r>
            <a:endParaRPr kumimoji="1" lang="en-US" altLang="zh-CN" dirty="0"/>
          </a:p>
          <a:p>
            <a:r>
              <a:rPr kumimoji="1" lang="zh-CN" altLang="en-US" dirty="0"/>
              <a:t>哈工大蓝</a:t>
            </a:r>
            <a:endParaRPr kumimoji="1" lang="en-US" altLang="zh-CN" dirty="0"/>
          </a:p>
          <a:p>
            <a:r>
              <a:rPr kumimoji="1" lang="en-US" altLang="zh-CN" dirty="0"/>
              <a:t> RGB</a:t>
            </a:r>
            <a:r>
              <a:rPr kumimoji="1" lang="zh-CN" altLang="en-US" dirty="0"/>
              <a:t> ： </a:t>
            </a:r>
            <a:r>
              <a:rPr kumimoji="1" lang="en-US" altLang="zh-CN" dirty="0"/>
              <a:t>R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r>
              <a:rPr kumimoji="1" lang="zh-CN" altLang="en-US" dirty="0"/>
              <a:t> </a:t>
            </a:r>
            <a:r>
              <a:rPr kumimoji="1" lang="en-US" altLang="zh-CN" dirty="0"/>
              <a:t>G83</a:t>
            </a:r>
            <a:r>
              <a:rPr kumimoji="1" lang="zh-CN" altLang="en-US" dirty="0"/>
              <a:t> </a:t>
            </a:r>
            <a:r>
              <a:rPr kumimoji="1" lang="en-US" altLang="zh-CN" dirty="0"/>
              <a:t>B</a:t>
            </a:r>
            <a:r>
              <a:rPr kumimoji="1" lang="zh-CN" altLang="en-US" dirty="0"/>
              <a:t> </a:t>
            </a:r>
            <a:r>
              <a:rPr kumimoji="1" lang="en-US" altLang="zh-CN" dirty="0"/>
              <a:t>117</a:t>
            </a: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使用方法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872AD1-E10D-8D27-CFB1-31B58676A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07018" y="250157"/>
            <a:ext cx="7772400" cy="635768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136CF67-1813-C72B-A288-27AEC0A68DD6}"/>
              </a:ext>
            </a:extLst>
          </p:cNvPr>
          <p:cNvSpPr/>
          <p:nvPr/>
        </p:nvSpPr>
        <p:spPr>
          <a:xfrm>
            <a:off x="5808373" y="3429000"/>
            <a:ext cx="1857206" cy="1046018"/>
          </a:xfrm>
          <a:prstGeom prst="rect">
            <a:avLst/>
          </a:prstGeom>
          <a:solidFill>
            <a:srgbClr val="00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EAC141-7D6F-9344-E967-32E88F664DA7}"/>
              </a:ext>
            </a:extLst>
          </p:cNvPr>
          <p:cNvSpPr/>
          <p:nvPr/>
        </p:nvSpPr>
        <p:spPr>
          <a:xfrm>
            <a:off x="581191" y="5080000"/>
            <a:ext cx="1857206" cy="1046018"/>
          </a:xfrm>
          <a:prstGeom prst="rect">
            <a:avLst/>
          </a:prstGeom>
          <a:solidFill>
            <a:srgbClr val="B7B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BE13C5-ED9D-B6B3-EF92-07DC32210F24}"/>
              </a:ext>
            </a:extLst>
          </p:cNvPr>
          <p:cNvSpPr/>
          <p:nvPr/>
        </p:nvSpPr>
        <p:spPr>
          <a:xfrm>
            <a:off x="3090537" y="3429000"/>
            <a:ext cx="1857206" cy="1046018"/>
          </a:xfrm>
          <a:prstGeom prst="rect">
            <a:avLst/>
          </a:prstGeom>
          <a:solidFill>
            <a:srgbClr val="006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4FB9469-B169-F080-5B3D-A8CDE8273A69}"/>
              </a:ext>
            </a:extLst>
          </p:cNvPr>
          <p:cNvSpPr/>
          <p:nvPr/>
        </p:nvSpPr>
        <p:spPr>
          <a:xfrm>
            <a:off x="567258" y="3429000"/>
            <a:ext cx="1857206" cy="1046018"/>
          </a:xfrm>
          <a:prstGeom prst="rect">
            <a:avLst/>
          </a:prstGeom>
          <a:solidFill>
            <a:srgbClr val="0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10595C-82D2-9963-DDD2-CFB17906F4A8}"/>
              </a:ext>
            </a:extLst>
          </p:cNvPr>
          <p:cNvSpPr/>
          <p:nvPr/>
        </p:nvSpPr>
        <p:spPr>
          <a:xfrm>
            <a:off x="3090537" y="5080000"/>
            <a:ext cx="1857206" cy="1046018"/>
          </a:xfrm>
          <a:prstGeom prst="rect">
            <a:avLst/>
          </a:prstGeom>
          <a:solidFill>
            <a:srgbClr val="C2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584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感谢倾听！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 err="1"/>
              <a:t>YingjiaoHu</a:t>
            </a:r>
            <a:endParaRPr kumimoji="1" lang="en-US" altLang="zh-CN" dirty="0"/>
          </a:p>
          <a:p>
            <a:fld id="{4D8FA013-FEC7-D141-9885-1A9C13E40F5F}" type="datetime6">
              <a:rPr kumimoji="1" lang="zh-CN" altLang="en-US" smtClean="0"/>
              <a:t>2025年4月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4332550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顶边-16:9">
  <a:themeElements>
    <a:clrScheme name="清华紫主题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660874"/>
      </a:accent1>
      <a:accent2>
        <a:srgbClr val="660874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solidFill>
          <a:srgbClr val="144189"/>
        </a:solidFill>
        <a:ln>
          <a:noFill/>
        </a:ln>
        <a:effectLst/>
      </a:spPr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4108</TotalTime>
  <Words>57</Words>
  <Application>Microsoft Macintosh PowerPoint</Application>
  <PresentationFormat>宽屏</PresentationFormat>
  <Paragraphs>17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Gill Sans MT</vt:lpstr>
      <vt:lpstr>Wingdings</vt:lpstr>
      <vt:lpstr>Wingdings 2</vt:lpstr>
      <vt:lpstr>清华简约主题-顶边-16:9</vt:lpstr>
      <vt:lpstr>哈工大简约主题PPT模板 顶边风格 16:9</vt:lpstr>
      <vt:lpstr>目录</vt:lpstr>
      <vt:lpstr>使用方法</vt:lpstr>
      <vt:lpstr>感谢倾听！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伟浩</dc:creator>
  <cp:lastModifiedBy>Microsoft Office User</cp:lastModifiedBy>
  <cp:revision>1208</cp:revision>
  <cp:lastPrinted>2020-04-04T02:50:47Z</cp:lastPrinted>
  <dcterms:created xsi:type="dcterms:W3CDTF">2020-01-04T07:43:38Z</dcterms:created>
  <dcterms:modified xsi:type="dcterms:W3CDTF">2025-04-28T02:27:24Z</dcterms:modified>
</cp:coreProperties>
</file>